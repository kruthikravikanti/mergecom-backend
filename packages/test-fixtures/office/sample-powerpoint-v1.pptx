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1af188a234d443e" /></Relationships>
</file>

<file path=ppt/presentation.xml><?xml version="1.0" encoding="utf-8"?>
<p:presentation xmlns:p="http://schemas.openxmlformats.org/presentationml/2006/main">
  <p:sldMasterIdLst/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1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2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Revenue 145 / Pipeline 42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 xmlns:a="http://schemas.openxmlformats.org/drawingml/2006/main">
            <a:off x="700000" y="500000"/>
            <a:ext cx="10500000" cy="1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[SAMPLE] Synthetic slide 3</a:t>
            </a:r>
          </a:p>
        </p:txBody>
      </p:sp>
      <p:sp>
        <p:nvSpPr>
          <p:cNvPr id="3" name="Body"/>
          <p:cNvSpPr/>
          <p:nvPr/>
        </p:nvSpPr>
        <p:spPr>
          <a:xfrm xmlns:a="http://schemas.openxmlformats.org/drawingml/2006/main">
            <a:off x="1200000" y="2000000"/>
            <a:ext cx="88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comparison fixture</a:t>
            </a:r>
          </a:p>
        </p:txBody>
      </p:sp>
    </p:spTree>
  </p:cSld>
</p:sld>
</file>