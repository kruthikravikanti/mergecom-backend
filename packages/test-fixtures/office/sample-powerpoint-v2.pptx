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17ef953805d4741" />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[SAMPLE] Synthetic slide 1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comparison fixture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[SAMPLE] Synthetic slide 2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700000" y="23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Revenue 152 / Pipeline 48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[SAMPLE] Synthetic slide 3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comparison fixture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[SAMPLE] Synthetic slide 4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synthetic renewal outlook</a:t>
            </a:r>
          </a:p>
        </p:txBody>
      </p:sp>
    </p:spTree>
  </p:cSld>
</p:sld>
</file>